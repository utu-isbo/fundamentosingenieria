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1E88E5">
              <a:alpha val="6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457200"/>
            <a:ext cx="1645920" cy="1645920"/>
          </a:xfrm>
          <a:prstGeom prst="ellipse">
            <a:avLst/>
          </a:prstGeom>
          <a:solidFill>
            <a:srgbClr val="00B0FF">
              <a:alpha val="35000"/>
            </a:srgbClr>
          </a:solidFill>
          <a:ln w="12700">
            <a:solidFill>
              <a:srgbClr val="00B0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CLASE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Software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5120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– Técnico en Redes y Software  |  Año 2026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construir software de forma profesional, no solo programar.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Juan Damián Pajares García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gran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≠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programador escribe código.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ingeniero de software construye sistemas.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365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Ingeniero de Software puede: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91440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0" y="91440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9144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Analizar problemas reales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931920" y="171907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1719072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71907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Planificar proyectos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31920" y="252374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2523744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5237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Diseñar sistemas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931920" y="332841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3328416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32841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Trabajar en equipo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931920" y="413308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4133088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13308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Construir software mantenible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realidad de la industria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743200" cy="2743200"/>
          </a:xfrm>
          <a:prstGeom prst="ellipse">
            <a:avLst/>
          </a:prstGeom>
          <a:solidFill>
            <a:srgbClr val="D32F2F">
              <a:alpha val="8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proyectos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fracasan?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Mala comunicación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313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Requerimientos incorrectos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935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Falta de planificación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5570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Mala gestión del proyecto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Esto es lo que Ingeniería de Software busca evitar.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Caso Real: Cuando el Software Falla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840480" cy="5486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Horizon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Británico – Post Office UK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software generó balances económicos incorrectos en miles de sucursales.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+700 personas acusadas injustamente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48456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027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 enormes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50792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05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enviadas a prisión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109728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lección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bug puede afectar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vidas reales.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software no es sobre escribir código bonito — es sobre responsabilidad profesional, calidad y minimizar el riesgo.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Ingeniería de Software?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37160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704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IEEE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"Aplicación de un enfoque sistemático, disciplinado y cuantificable al desarrollo, operación y mantenimiento del software."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8046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simple: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principios de ingeniería para construir software confiable, eficiente y mantenible.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Vida del Software  (SDLC)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2471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51560"/>
            <a:ext cx="841248" cy="3246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 rot="16200000">
            <a:off x="39319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915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1051560"/>
            <a:ext cx="841248" cy="32461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9047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 rot="16200000">
            <a:off x="162763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359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1051560"/>
            <a:ext cx="841248" cy="3246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2491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 rot="16200000">
            <a:off x="286207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9352" y="1051560"/>
            <a:ext cx="841248" cy="3246120"/>
          </a:xfrm>
          <a:prstGeom prst="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935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 rot="16200000">
            <a:off x="409651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6247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1051560"/>
            <a:ext cx="841248" cy="32461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9379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 rot="16200000">
            <a:off x="533095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96912" y="1965960"/>
            <a:ext cx="32004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1051560"/>
            <a:ext cx="841248" cy="3246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 rot="16200000">
            <a:off x="656539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62672" y="1051560"/>
            <a:ext cx="841248" cy="32461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62672" y="11887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 rot="16200000">
            <a:off x="7799832" y="1920240"/>
            <a:ext cx="566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de software pasa por estas fases durante su vida útil.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Left — Detectar errores lo antes posible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1097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2578608"/>
            <a:ext cx="71323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011680"/>
            <a:ext cx="566928" cy="5669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32888" y="2578608"/>
            <a:ext cx="713232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$$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566928" cy="566928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578608"/>
            <a:ext cx="713232" cy="54864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$$$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011680"/>
            <a:ext cx="566928" cy="56692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0568" y="2578608"/>
            <a:ext cx="713232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$$$$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Detectar aquí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cuesta mucho menos que aquí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Regla práctica: el costo de corregir un error se multiplica x10 por cada fase que avanza sin detectarse.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Proyecto del Curso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1143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del CTT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20624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77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Relevamiento de requisitos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20624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0040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Modelado UML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02336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Planificación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420624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37744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377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Metodología Ágil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200400"/>
            <a:ext cx="420624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3200400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200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Gestión con GitHub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aprenderán en este curso?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requerimientos de software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54203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sistemas con UML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7307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Scrum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35331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proyectos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54203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software profesionalmente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47472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37307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GitHub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Diagramas que todo desarrollador debe dominar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51760" cy="361188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26517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entre actores y funcionalidades.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651760" cy="361188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265176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estructurado.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métodos y relaciones.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651760" cy="361188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43000"/>
            <a:ext cx="2651760" cy="50292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ejecuta.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físicos y componentes desplegados.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UML — Sistema de Gestión de Alumnos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737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Alumno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Docente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Administrador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4754880" cy="374904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A0B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Alumnos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2286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alumno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11680" y="1883664"/>
            <a:ext cx="896112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560320"/>
            <a:ext cx="2286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2560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nota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0" y="2843784"/>
            <a:ext cx="896112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474720"/>
            <a:ext cx="2286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3474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historial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011680" y="3758184"/>
            <a:ext cx="896112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 — UML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Ágil — Scrum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498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de trabajo de 1–2 semanas con objetivo claro.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60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749808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de todas las tareas del proyecto.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60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749808" cy="100584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desde la perspectiva del usuario final.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60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749808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trabajo completado al final del sprint.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60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3E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749808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1500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8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para mejorar el proceso del equipo.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 de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0" cy="1234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🐙  GitHub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gestión del proyecto se realizará con GitHub.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143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05156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1143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1645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1460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 equipo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251460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GitHub es el estándar de la industria. Aprenderlo ahora es una ventaja profesional real.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 Kanban — Organización Visual del Trabajo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72768" cy="47548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572768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572768"/>
            <a:ext cx="64008" cy="65836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" y="2377440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" y="2377440"/>
            <a:ext cx="64008" cy="65836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774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Reporte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" y="3182112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" y="3182112"/>
            <a:ext cx="64008" cy="65836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8211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1005840"/>
            <a:ext cx="157276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1005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11680" y="1481328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1572768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66544" y="1572768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157276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BD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66544" y="2377440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66544" y="2377440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3774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ruta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1005840"/>
            <a:ext cx="157276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005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0" y="1481328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03904" y="1572768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03904" y="1572768"/>
            <a:ext cx="64008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157276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Usuario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03904" y="2377440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03904" y="2377440"/>
            <a:ext cx="64008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23774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1005840"/>
            <a:ext cx="1572768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0" y="1005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0" y="1481328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41264" y="1572768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41264" y="1572768"/>
            <a:ext cx="64008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157276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/alumnos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1005840"/>
            <a:ext cx="157276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005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23760" y="1481328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78624" y="1572768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78624" y="1572768"/>
            <a:ext cx="64008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88352" y="157276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Docker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78624" y="2377440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78624" y="2377440"/>
            <a:ext cx="64008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23774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78624" y="3182112"/>
            <a:ext cx="1463040" cy="65836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78624" y="3182112"/>
            <a:ext cx="64008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318211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creado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permite visualizar el avance real del proyecto en tiempo real.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del Curso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6576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Parcial Práctico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ejercicios prácticos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78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conceptos teóricos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6576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Proyecto Aplicado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de requisitos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83280" y="2670048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578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UML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3328416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236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3986784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895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 con GitHub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651760" cy="36576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88720"/>
            <a:ext cx="2651760" cy="64008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Evaluación Final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256032" cy="256032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teóricos de Ingeniería de Software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2670048"/>
            <a:ext cx="256032" cy="256032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578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contenidos del curso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04080">
              <a:alpha val="40000"/>
            </a:srgbClr>
          </a:solidFill>
          <a:ln w="12700">
            <a:solidFill>
              <a:srgbClr val="00408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D6E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 curso no se trata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i="1" dirty="0">
                <a:solidFill>
                  <a:srgbClr val="D6E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de aprobar.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6400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trata de aprender a trabajar como: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 de Software</a:t>
            </a:r>
            <a:endParaRPr lang="en-US" sz="5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Mensaje Final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EDF3FF"/>
          </a:solidFill>
          <a:ln w="12700">
            <a:solidFill>
              <a:srgbClr val="C0D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aprenden bien esta materia, van a poder…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proyectos de software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0574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sistemas completos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0574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profesionalmente en la industria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los diferencia del resto.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Actividad  —  ¡En Equipos!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804672" cy="804672"/>
          </a:xfrm>
          <a:prstGeom prst="roundRect">
            <a:avLst>
              <a:gd name="adj" fmla="val 56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8448" y="1243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 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6093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aún no tienen una, creen su cuenta en github.com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804672" cy="804672"/>
          </a:xfrm>
          <a:prstGeom prst="roundRect">
            <a:avLst>
              <a:gd name="adj" fmla="val 56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2203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25694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 el repositorio del proyecto del equipo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804672" cy="804672"/>
          </a:xfrm>
          <a:prstGeom prst="roundRect">
            <a:avLst>
              <a:gd name="adj" fmla="val 5682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98448" y="31638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funcionalidades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35295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Definan 2 funcionalidades del sistema a desarrollar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41248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69080"/>
            <a:ext cx="804672" cy="804672"/>
          </a:xfrm>
          <a:prstGeom prst="roundRect">
            <a:avLst>
              <a:gd name="adj" fmla="val 56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98448" y="41239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issues en el backlog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44897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Carguen las funcionalidades como issues en GitHub Projects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CTT 2026</dc:title>
  <dc:subject>PptxGenJS Presentation</dc:subject>
  <dc:creator>Juan Damián Pajares García</dc:creator>
  <cp:lastModifiedBy>Juan Damián Pajares García</cp:lastModifiedBy>
  <cp:revision>1</cp:revision>
  <dcterms:created xsi:type="dcterms:W3CDTF">2026-03-09T15:09:50Z</dcterms:created>
  <dcterms:modified xsi:type="dcterms:W3CDTF">2026-03-09T15:09:50Z</dcterms:modified>
</cp:coreProperties>
</file>